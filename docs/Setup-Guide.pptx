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shows a new team member how to get the whole project running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 JDK 21, Node, PostgreSQL and Git. During PostgreSQL install, remember the postgres password.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Clone the repo, then create an empty sams_db database. Tables are auto-created on first backend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DB_PASSWORD as an environment variable. On Windows use setx and reopen the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backend with mvnw in one terminal, frontend with npm run dev in another. Keep both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in with admin, t.smith or cs.student1, all with password Password123.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pull develop first, work on your feature branch, commit and push. Merge to develop when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problems are the database password or a server not running. This table covers the common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reference handy. The written SETUP.md has the full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6217920" cy="621792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•  TEAM ONBOARDING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Setup Guide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clone and run the SAMS project on your own computer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65760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38404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365760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8404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55280" y="365760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38404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3252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709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48920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password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89120" y="4709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8920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6636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backend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955280" y="4709160"/>
            <a:ext cx="3291840" cy="822960"/>
          </a:xfrm>
          <a:prstGeom prst="roundRect">
            <a:avLst>
              <a:gd name="adj" fmla="val 7778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48920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3252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frontend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setup takes about 20–30 minutes.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188720"/>
          </a:xfrm>
          <a:prstGeom prst="roundRect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219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Install the tools (once)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17320" y="7132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and install these four — then open a new terminal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37360" y="1810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JDK 21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2249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Spring Boot backend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737360" y="2578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adoptium.net (version 21)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60920" y="1810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Node.js 18+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60920" y="22494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React frontend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2578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nodejs.org (LTS)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74904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37360" y="3685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 14+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3736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(we used 18)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737360" y="4453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postgresql.org/download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342900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3749040"/>
            <a:ext cx="640080" cy="64008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60920" y="3685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6092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and version control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60920" y="4453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git-scm.com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44068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40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pPr indent="0" marL="0">
              <a:buNone/>
            </a:pPr>
            <a:r>
              <a:rPr lang="en-US" sz="1300" dirty="0">
                <a:solidFill>
                  <a:srgbClr val="6E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PostgreSQL install it asks for a password for the postgres user — write it down, you need it in step 4. Keep port 5432.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1887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219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Clone the project &amp; create the database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17320" y="7132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quick commands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Clone from GitHub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927080" cy="1078992"/>
          </a:xfrm>
          <a:prstGeom prst="roundRect">
            <a:avLst>
              <a:gd name="adj" fmla="val 5085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75688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https://github.com/TShubka/SAMS-FullStack-Project.git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SAMS-FullStack-Project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Create an empty database called  sams_db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927080" cy="2011680"/>
          </a:xfrm>
          <a:prstGeom prst="roundRect">
            <a:avLst>
              <a:gd name="adj" fmla="val 272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904488"/>
            <a:ext cx="10378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"C:\Program Files\PostgreSQL\18\bin\createdb.exe" -U postgres -h localhost sams_db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createdb -U postgres -h localhost sams_db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tables are created automatically the first time you run the backend — you don't make them by hand.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18872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219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 your database password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17320" y="7132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password is never stored in the project — you provide it as an environment variable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Windows (PowerShell)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0927080" cy="1078992"/>
          </a:xfrm>
          <a:prstGeom prst="roundRect">
            <a:avLst>
              <a:gd name="adj" fmla="val 5085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121408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setx DB_PASSWORD "your_postgres_password"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CLOSE and REOPEN the terminal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macOS / Linux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927080" cy="1389888"/>
          </a:xfrm>
          <a:prstGeom prst="roundRect">
            <a:avLst>
              <a:gd name="adj" fmla="val 394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813048"/>
            <a:ext cx="10378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this line to ~/.bashrc or ~/.zshrc 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DB_PASSWORD="your_postgres_password"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then:  source ~/.bashrc   (or open a new terminal)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13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12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 </a:t>
            </a:r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host / port / db name / user differ from the defaults (localhost · 5432 · sams_db · postgres), set DB_HOST, DB_PORT, DB_NAME, DB_USERNAME the same way.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the two servers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 one terminal, frontend in a second — keep both running.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E2A44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Terminal 1 — Backend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4800600" cy="2633472"/>
          </a:xfrm>
          <a:prstGeom prst="roundRect">
            <a:avLst>
              <a:gd name="adj" fmla="val 2083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624328"/>
            <a:ext cx="4251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mvnw.cmd spring-boot:run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 / Linux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spring-boot:run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for:  </a:t>
            </a:r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 SamsApplication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http://localhost:8080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E2A44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Terminal 2 — Frontend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46520" y="2423160"/>
            <a:ext cx="4800600" cy="1700784"/>
          </a:xfrm>
          <a:prstGeom prst="roundRect">
            <a:avLst>
              <a:gd name="adj" fmla="val 3226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624328"/>
            <a:ext cx="42519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  # first time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http://localhost:5173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that address in your browser.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is not required — the project ships mvnw. First run downloads dependencies (a few minutes).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188720"/>
          </a:xfrm>
          <a:prstGeom prst="roundRect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219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 in and test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17320" y="7132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 (students, courses, marks) is created automatically on first run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for all accounts:  </a:t>
            </a:r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Password123</a:t>
            </a:r>
            <a:pPr indent="0" marL="0">
              <a:buNone/>
            </a:pPr>
            <a:r>
              <a:rPr lang="en-US" sz="15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(log in by username)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Administrator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everything, dashboards, reports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210312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t.smith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marks for own courses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210312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103120"/>
            <a:ext cx="3474720" cy="777240"/>
          </a:xfrm>
          <a:prstGeom prst="roundRect">
            <a:avLst>
              <a:gd name="adj" fmla="val 10588"/>
            </a:avLst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1031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3108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6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cs.student1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114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grades, attendance, transcript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11887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2194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Daily Git workflow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17320" y="7132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first, work on your own branch, then push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0927080" cy="2944368"/>
          </a:xfrm>
          <a:prstGeom prst="roundRect">
            <a:avLst>
              <a:gd name="adj" fmla="val 1863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64208"/>
            <a:ext cx="1037844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develop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develop            # get the latest team work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feature/your-branch   # your area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A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make your changes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"clear message about what you did"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feature/your-branch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43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feature/auth-security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0" y="4343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Shuaib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434340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343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feature/student-course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12680" y="4343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feature/attendance-marks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89120" y="5212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5212080"/>
            <a:ext cx="53492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5212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feature/dashboard-reports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12680" y="5212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Idiris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problems &amp; fixes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authentication failed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12080" y="137160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DB_PASSWORD wrong or not set — redo step 4, open a NEW terminal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to :5432 refused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not running — start the PostgreSQL service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"sams_db" does not exist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0" y="301752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skipped step 3 — run the createdb command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404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reach the server (frontend)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2080" y="384048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not running — make sure step 5 is up on port 8080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634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8080 / 5173 already in use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12080" y="466344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app uses it — close that app or change the port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486400"/>
            <a:ext cx="10927080" cy="713232"/>
          </a:xfrm>
          <a:prstGeom prst="roundRect">
            <a:avLst>
              <a:gd name="adj" fmla="val 8974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4864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fails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12080" y="548640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npm install  first (step 6)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 reference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2011680"/>
          </a:xfrm>
          <a:prstGeom prst="roundRect">
            <a:avLst>
              <a:gd name="adj" fmla="val 2727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755648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  cd backend  -&gt;  mvnw.cmd spring-boot:run   -&gt;  http://localhost:8080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  cd frontend -&gt;  npm run dev                -&gt;  http://localhost:5173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Login:     admin / t.smith / cs.student1     password: Password123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9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  sams_db on localhost:5432  (user postgres)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0E2A44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480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Full written guide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SETUP.md and README.md in the project root have every detail. If you get stuck, ask the team.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9436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943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github.com/TShubka/SAMS-FullStack-Project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Setup Guide</dc:title>
  <dc:subject>PptxGenJS Presentation</dc:subject>
  <dc:creator>Group 8</dc:creator>
  <cp:lastModifiedBy>Group 8</cp:lastModifiedBy>
  <cp:revision>1</cp:revision>
  <dcterms:created xsi:type="dcterms:W3CDTF">2026-07-26T14:31:45Z</dcterms:created>
  <dcterms:modified xsi:type="dcterms:W3CDTF">2026-07-26T14:31:45Z</dcterms:modified>
</cp:coreProperties>
</file>