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explains each member's responsibilities with a piece of their key code and a short plain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Shuaib Osman Daud is responsible for the Authentication &amp; Security area, covering the responsibilities listed, the APIs shown and these database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Explanation: After the password is verified, the server returns a signed token. The user sends this token on every later request instead of the password.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Dahir Mohamed Shaie is responsible for the Students, Departments &amp; Courses area, covering the responsibilities listed, the APIs shown and these database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Explanation: A single query handles search + department filter + pagination together. Null parameters are ignored, so one method serves every combination.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Aisha Hassan Hersi is responsible for the Attendance, Assessments &amp; Marks area, covering the responsibilities listed, the APIs shown and these database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Explanation: Late still counts as attended. Grades come from one shared utility, so the marks page, transcript and reports always show the same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Idiris Abdi Mohamed is responsible for the Dashboards, Transcripts &amp; Reports area, covering the responsibilities listed, the APIs shown and these database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Explanation: Every dashboard number is a live database query. The transcript and GPA are calculated fresh each time, so they are never out of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members shared the version control, reviews, testing and documentation, and each can defend their own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657600"/>
            <a:ext cx="6217920" cy="6217920"/>
          </a:xfrm>
          <a:prstGeom prst="ellipse">
            <a:avLst/>
          </a:prstGeom>
          <a:solidFill>
            <a:srgbClr val="0E2A4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058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•  SAMS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Team Responsibilities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what — responsibilities, key code, and a short explanation for each member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74904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14324C"/>
          </a:solidFill>
          <a:ln w="19050">
            <a:solidFill>
              <a:srgbClr val="0B4F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822192"/>
            <a:ext cx="402336" cy="40233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3749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Shuaib Osman Daud   </a:t>
            </a:r>
            <a:pPr indent="0" marL="0">
              <a:buNone/>
            </a:pPr>
            <a:r>
              <a:rPr lang="en-US" sz="14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Authentication &amp; Security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14324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48056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44074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Dahir Mohamed Shaie   </a:t>
            </a:r>
            <a:pPr indent="0" marL="0">
              <a:buNone/>
            </a:pPr>
            <a:r>
              <a:rPr lang="en-US" sz="14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Students, Departments &amp; Courses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065776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14324C"/>
          </a:solidFill>
          <a:ln w="19050">
            <a:solidFill>
              <a:srgbClr val="1F8A9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5138928"/>
            <a:ext cx="402336" cy="402336"/>
          </a:xfrm>
          <a:prstGeom prst="ellipse">
            <a:avLst/>
          </a:prstGeom>
          <a:solidFill>
            <a:srgbClr val="1F8A9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506577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 Hassan Hersi   </a:t>
            </a:r>
            <a:pPr indent="0" marL="0">
              <a:buNone/>
            </a:pPr>
            <a:r>
              <a:rPr lang="en-US" sz="14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Attendance, Assessments &amp; Marks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724144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14324C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5797296"/>
            <a:ext cx="402336" cy="40233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797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72414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Idiris Abdi Mohamed   </a:t>
            </a:r>
            <a:pPr indent="0" marL="0">
              <a:buNone/>
            </a:pPr>
            <a:r>
              <a:rPr lang="en-US" sz="14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Dashboards, Transcripts &amp; Reports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234440"/>
          </a:xfrm>
          <a:prstGeom prst="roundRect">
            <a:avLst/>
          </a:prstGeom>
          <a:solidFill>
            <a:srgbClr val="0B4F6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4F6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Shuaib Osman Daud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731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685800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83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Responsibilities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 with JWT tokens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with BCrypt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(Admin / Teacher / Student)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endpoints + security filter chain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error handling (401 / 403 / 4xx / 5xx)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Login, Register, AuthContext, route guards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3931920" cy="2286000"/>
          </a:xfrm>
          <a:prstGeom prst="roundRect">
            <a:avLst>
              <a:gd name="adj" fmla="val 3600"/>
            </a:avLst>
          </a:prstGeom>
          <a:solidFill>
            <a:srgbClr val="13233F"/>
          </a:solidFill>
          <a:ln/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APIs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0" y="2148840"/>
            <a:ext cx="3429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/auth/register · POST /auth/login · GET /auth/me · /users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4023360"/>
            <a:ext cx="39319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0B4F6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tables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0" y="46634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· roles · user_roles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754880" cy="4754880"/>
          </a:xfrm>
          <a:prstGeom prst="ellipse">
            <a:avLst/>
          </a:prstGeom>
          <a:solidFill>
            <a:srgbClr val="0E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Shuaib Osman Daud  </a:t>
            </a:r>
            <a:pPr indent="0" marL="0">
              <a:buNone/>
            </a:pPr>
            <a:r>
              <a:rPr lang="en-US" sz="2400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· key code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a JWT on login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2743200"/>
          </a:xfrm>
          <a:prstGeom prst="roundRect">
            <a:avLst>
              <a:gd name="adj" fmla="val 2000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AuthServiceImpl.java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authenticationManager.authenticate(       // check BCrypt password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UsernamePasswordAuthenticationToken(username, password));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token = tokenProvider.generateToken(principal); // signed ticket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JwtResponse.builder().token(token).roles(roles).build();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80060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0E2A44"/>
          </a:solidFill>
          <a:ln w="19050">
            <a:solidFill>
              <a:srgbClr val="0B4F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5056632"/>
            <a:ext cx="502920" cy="5029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4965192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password is verified, the server returns a signed token. The user sends this token on every later request instead of the password.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23444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Dahir Mohamed Shaie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731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Departments &amp; Courses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685800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83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Responsibilities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5 core records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filtering and pagination on lists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students &amp; teachers to user accounts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delete rules (block or cascade)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and entity–DTO mappers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all 5 management pages + forms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3931920" cy="2286000"/>
          </a:xfrm>
          <a:prstGeom prst="roundRect">
            <a:avLst>
              <a:gd name="adj" fmla="val 3600"/>
            </a:avLst>
          </a:prstGeom>
          <a:solidFill>
            <a:srgbClr val="13233F"/>
          </a:solidFill>
          <a:ln/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APIs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0" y="2148840"/>
            <a:ext cx="3429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/departments · /students · /teachers · /courses · /enrollments (GET/POST/PUT/DELETE)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4023360"/>
            <a:ext cx="39319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tables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0" y="46634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 · students · teachers · courses · enrollments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754880" cy="4754880"/>
          </a:xfrm>
          <a:prstGeom prst="ellipse">
            <a:avLst/>
          </a:prstGeom>
          <a:solidFill>
            <a:srgbClr val="0E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Dahir Mohamed Shaie  </a:t>
            </a:r>
            <a:pPr indent="0" marL="0">
              <a:buNone/>
            </a:pPr>
            <a:r>
              <a:rPr lang="en-US" sz="2400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· key code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for all filter combinations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2743200"/>
          </a:xfrm>
          <a:prstGeom prst="roundRect">
            <a:avLst>
              <a:gd name="adj" fmla="val 2000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StudentRepository.java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@Query("""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s FROM Student 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(:departmentId IS NULL OR s.department.id = :departmentId)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(:search IS NULL OR LOWER(s.firstName) LIKE ...)""")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Page&lt;Student&gt; findByFilters(Long departmentId, String search, Pageable p);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80060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0E2A44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5056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4965192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query handles search + department filter + pagination together. Null parameters are ignored, so one method serves every combination.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234440"/>
          </a:xfrm>
          <a:prstGeom prst="roundRect">
            <a:avLst/>
          </a:prstGeom>
          <a:solidFill>
            <a:srgbClr val="1F8A9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8A9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Aisha Hassan Hersi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731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Assessments &amp; Marks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685800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83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Responsibilities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attendance (single + whole class)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 &amp; low-attendance alerts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with weights; mark entry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marks (0 … max) and grade logic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Teacher-only access to their own courses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attendance marking + marks entry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3931920" cy="2286000"/>
          </a:xfrm>
          <a:prstGeom prst="roundRect">
            <a:avLst>
              <a:gd name="adj" fmla="val 3600"/>
            </a:avLst>
          </a:prstGeom>
          <a:solidFill>
            <a:srgbClr val="13233F"/>
          </a:solidFill>
          <a:ln/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APIs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0" y="2148840"/>
            <a:ext cx="3429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/attendance · /attendance/bulk · /assessments · /marks · /grades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4023360"/>
            <a:ext cx="39319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F8A9B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9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tables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0" y="46634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 · assessments · marks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754880" cy="4754880"/>
          </a:xfrm>
          <a:prstGeom prst="ellipse">
            <a:avLst/>
          </a:prstGeom>
          <a:solidFill>
            <a:srgbClr val="0E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Aisha Hassan Hersi  </a:t>
            </a:r>
            <a:pPr indent="0" marL="0">
              <a:buNone/>
            </a:pPr>
            <a:r>
              <a:rPr lang="en-US" sz="2400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· key code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 and the grade scale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2761488"/>
          </a:xfrm>
          <a:prstGeom prst="roundRect">
            <a:avLst>
              <a:gd name="adj" fmla="val 1987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AttendanceUtil.java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countsAsPresent(s){ return s==PRESENT || s==LATE;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percentage = attended * 100 / total   (18 of 20 = 90%)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GradeUtil.java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(p&gt;=90) return "A+";  // 4.0    if (p&gt;=50) return "D"; // 2.0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(p&lt; 50) return "F";   // 0.0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818888"/>
            <a:ext cx="10881360" cy="1536192"/>
          </a:xfrm>
          <a:prstGeom prst="roundRect">
            <a:avLst>
              <a:gd name="adj" fmla="val 5357"/>
            </a:avLst>
          </a:prstGeom>
          <a:solidFill>
            <a:srgbClr val="0E2A44"/>
          </a:solidFill>
          <a:ln w="19050">
            <a:solidFill>
              <a:srgbClr val="1F8A9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5074920"/>
            <a:ext cx="502920" cy="502920"/>
          </a:xfrm>
          <a:prstGeom prst="ellipse">
            <a:avLst/>
          </a:prstGeom>
          <a:solidFill>
            <a:srgbClr val="1F8A9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4983480"/>
            <a:ext cx="96926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still counts as attended. Grades come from one shared utility, so the marks page, transcript and reports always show the same result.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234440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Idiris Abdi Mohamed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731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Transcripts &amp; Reports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685800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83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Responsibilities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transcript (built on demand)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Credit-weighted semester &amp; cumulative GPA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reports (performance, distribution, pass/fail…)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 dashboards from live data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summary components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dashboards, transcript, reports console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3931920" cy="2286000"/>
          </a:xfrm>
          <a:prstGeom prst="roundRect">
            <a:avLst>
              <a:gd name="adj" fmla="val 3600"/>
            </a:avLst>
          </a:prstGeom>
          <a:solidFill>
            <a:srgbClr val="13233F"/>
          </a:solidFill>
          <a:ln/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APIs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0" y="2148840"/>
            <a:ext cx="3429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/transcripts · /reports/* (8) · /dashboard/{admin,teacher,student}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4023360"/>
            <a:ext cx="39319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tables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0" y="46634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reporting &amp; aggregate queries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754880" cy="4754880"/>
          </a:xfrm>
          <a:prstGeom prst="ellipse">
            <a:avLst/>
          </a:prstGeom>
          <a:solidFill>
            <a:srgbClr val="0E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Idiris Abdi Mohamed  </a:t>
            </a:r>
            <a:pPr indent="0" marL="0">
              <a:buNone/>
            </a:pPr>
            <a:r>
              <a:rPr lang="en-US" sz="2400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· key code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use real counts, never fake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2743200"/>
          </a:xfrm>
          <a:prstGeom prst="roundRect">
            <a:avLst>
              <a:gd name="adj" fmla="val 2000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DashboardServiceImpl.java (admin)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.totalStudents(studentRepository.count())    // real DB count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.totalCourses(courseRepository.count())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.lowAttendanceCount(attendanceService.lowAttendance(null,caller).size());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GPA = sum(gradePoints x credits) / sum(credits)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80060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0E2A44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505663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4965192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dashboard number is a live database query. The transcript and GPA are calculated fresh each time, so they are never out of date.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Shared by all members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83080" y="1920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Git &amp; GitHub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commits, pull, merge and conflict resolution together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874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60920" y="1920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Code reviews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651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member's code reviewed by another before merge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416052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4206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Integration &amp; testing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4937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unit tests + 52 integration checks, all passing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4160520"/>
            <a:ext cx="640080" cy="640080"/>
          </a:xfrm>
          <a:prstGeom prst="ellipse">
            <a:avLst/>
          </a:prstGeom>
          <a:solidFill>
            <a:srgbClr val="1F8A9B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60920" y="4206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Documentation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4937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ERD, report, API reference and this presentation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understands and can defend their own code.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Responsibilities</dc:title>
  <dc:subject>PptxGenJS Presentation</dc:subject>
  <dc:creator>Group 8</dc:creator>
  <cp:lastModifiedBy>Group 8</cp:lastModifiedBy>
  <cp:revision>1</cp:revision>
  <dcterms:created xsi:type="dcterms:W3CDTF">2026-07-26T09:51:30Z</dcterms:created>
  <dcterms:modified xsi:type="dcterms:W3CDTF">2026-07-26T09:51:30Z</dcterms:modified>
</cp:coreProperties>
</file>